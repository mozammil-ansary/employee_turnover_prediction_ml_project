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E51A8-AC62-D477-0FAE-8579C742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4AA0F-67F2-3FCA-D765-EA6E94E39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7CCB-FF05-41E0-7456-30DC31E56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32CB3-192A-199E-1465-C8CFB22E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170E9-BE6C-4EB4-0841-B0E53129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0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97D-7997-4E17-B9FD-6F82BE49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D941-317B-F3F4-F6B9-6DA5D3F63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DE8E-CCB6-316C-422B-8C6E1E0E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8E76E-1B90-0A42-2E7D-A2B6504F1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96051-488E-3143-B78E-5E9EF8E5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7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1E90-9B34-3B26-A9CC-578FE4C3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38263-65BF-F127-9992-CDD174969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6EB2D-29EB-20FC-0A2A-020F9571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7DB91-0E12-0546-C766-91196E4D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4330D-6D69-AD98-27DA-BD92BAB3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7C1B-60F3-F681-9291-DB6340BB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CCFC-5785-2097-8407-EF3CF1A63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973D1-3041-3D6E-1585-53EAF25C8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8FFE1-D0D7-B3EE-EC6D-F42984F7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E554C-9841-47C2-D90F-05E8AD46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539CE-CF28-F179-F075-766C732A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9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A960-7C9C-32F5-9C18-1A90A579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6E8A9-2CD3-AF10-4695-A11460445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36609-BD3D-2C1B-C8DB-41A1F80EA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C285A-4AA6-B2B5-D2AB-C7AB2AEB9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0A28D-D19B-568C-4291-B40B3C181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AA1C5-4334-E54B-EF6D-69BCBE56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F8318-FD2B-581B-6C56-8E0A4468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DF29C-D462-1D6C-B484-C8C6BAC1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CE5C-0360-9904-7B21-30874F3E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962C6-2C54-7357-A3F9-8EA06C1E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658B8-932D-8BE5-0589-B1730347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935E6-552D-41BF-840F-D2249E2E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8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EC2AD-4D0D-A5BF-69F0-15FF0DE5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95441-699C-25C1-CC18-E286893F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50FF1-0ACC-21D4-F641-A936938C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77E6-4182-4185-CA0C-5EDC70F6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9E7D9-F7F9-2D11-D1EF-7A358BC49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D6293-98C8-CA9A-C92F-020DE4020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E5B96-B668-D26C-24A9-503C1BEE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9966-6CE3-3C85-2E7D-4226C6F5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CCC9-FA9B-0A7B-DFD3-7CC61AF2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7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6E81-E9CA-8BA9-1A82-3F8B3E6B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DC0AB-96A1-9D7B-625B-14DF68070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81BF0-077C-8244-EB80-9374DCBD3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D474B-0BCB-540B-CAEE-95ED3D16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D5E29-E240-1144-0EF1-237D93AF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BE519-E1B3-4565-1F45-80CD0E32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0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F6B3-14C9-3806-BCCE-680F5DE8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56666-9184-6E2A-9951-1D56BD567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FD4A6-81AE-C0CA-C4CD-9BF31208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A38B-7FC1-5C32-E40F-131E2ADD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ADE3-58FD-D0AF-8E2F-B10B6F96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8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F6B00-A5ED-A6A6-0F63-7A942E6DB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E4129-A850-14EB-783A-1E0113CB8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BE57-5770-17DB-E696-21B86F2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15984-D04C-F1E8-9BF3-1D0252BE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771F0-9DDF-BC2E-D22F-F7494E6D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7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5EA3F-B67B-A15A-C51F-31E2095A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6A08D-68C3-28B2-D123-DA5B86C60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812-97EA-0784-088D-FB8C43B87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3C0B0-B77A-433E-B82A-C41A1A19A49C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7A2A8-07BE-39B1-45CA-EF4222F71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241EC-4EC6-6EC6-D0EA-BA500FF9C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E69A3-F99D-4006-91BB-AB512A885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9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mp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FB0971-3DB6-74B3-3583-06F93D5FD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99"/>
            <a:ext cx="4724506" cy="3193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D19B8A-7111-E9B6-02DB-EF514BB5C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506" y="106100"/>
            <a:ext cx="3824190" cy="3193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B299C-A78F-05B4-3151-9328753B8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864" y="106099"/>
            <a:ext cx="3720136" cy="3185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73D4C5-2058-0951-207C-DB4B52F30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7" y="3573940"/>
            <a:ext cx="4265091" cy="3063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EA6496-71E6-7A2A-3810-F82954CF0C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29" y="3573940"/>
            <a:ext cx="3747360" cy="30635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64079F-1125-EC83-A8B1-014C116E3A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100" y="3558074"/>
            <a:ext cx="4010900" cy="307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3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830841-3983-5870-427E-C55F7836C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0" y="0"/>
            <a:ext cx="3853264" cy="319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E0F95-FB0F-248E-2A6E-C78DA6F0E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421" y="0"/>
            <a:ext cx="4085158" cy="3195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75EDB3-5660-3270-7873-8728C3EAB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526" y="0"/>
            <a:ext cx="3853264" cy="3195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2B275E-3372-B1BE-5034-63308AAA0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20" y="3429000"/>
            <a:ext cx="4477907" cy="33488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B3ED84-6500-0358-6474-F8185C9B93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149" y="3429000"/>
            <a:ext cx="4317052" cy="334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30937B"/>
      </a:dk2>
      <a:lt2>
        <a:srgbClr val="70D0B9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Mozammil Ansary</dc:creator>
  <cp:lastModifiedBy>MD Mozammil Ansary</cp:lastModifiedBy>
  <cp:revision>1</cp:revision>
  <dcterms:created xsi:type="dcterms:W3CDTF">2026-04-22T13:07:30Z</dcterms:created>
  <dcterms:modified xsi:type="dcterms:W3CDTF">2026-04-22T13:08:03Z</dcterms:modified>
</cp:coreProperties>
</file>